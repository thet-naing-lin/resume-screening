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WHO'S MY PERSON?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HR Recruiters &amp; Hiring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DD"/>
                </a:solidFill>
                <a:latin typeface="Calibri"/>
              </a:defRPr>
            </a:pPr>
            <a:r>
              <a:t>They receive 100+ resumes per job posting.</a:t>
            </a:r>
            <a:br/>
            <a:r>
              <a:t>Every minute spent on manual screening is a minute</a:t>
            </a:r>
            <a:br/>
            <a:r>
              <a:t>not spent on talking to actual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THEIR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Manual resume screening doesn't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6B6B"/>
                </a:solidFill>
                <a:latin typeface="Calibri"/>
              </a:defRPr>
            </a:pPr>
            <a:r>
              <a:t>✕  Inconsistent scoring — different reviewers, different standards</a:t>
            </a:r>
          </a:p>
          <a:p>
            <a:pPr>
              <a:spcAft>
                <a:spcPts val="1200"/>
              </a:spcAft>
              <a:defRPr sz="2400">
                <a:solidFill>
                  <a:srgbClr val="FF6B6B"/>
                </a:solidFill>
                <a:latin typeface="Calibri"/>
              </a:defRPr>
            </a:pPr>
            <a:r>
              <a:t>✕  Hours wasted reading irrelevant applications</a:t>
            </a:r>
          </a:p>
          <a:p>
            <a:pPr>
              <a:spcAft>
                <a:spcPts val="1200"/>
              </a:spcAft>
              <a:defRPr sz="2400">
                <a:solidFill>
                  <a:srgbClr val="FF6B6B"/>
                </a:solidFill>
                <a:latin typeface="Calibri"/>
              </a:defRPr>
            </a:pPr>
            <a:r>
              <a:t>✕  Great candidates missed due to fatigue and bias</a:t>
            </a:r>
          </a:p>
          <a:p>
            <a:pPr>
              <a:spcAft>
                <a:spcPts val="1200"/>
              </a:spcAft>
              <a:defRPr sz="2400">
                <a:solidFill>
                  <a:srgbClr val="FF6B6B"/>
                </a:solidFill>
                <a:latin typeface="Calibri"/>
              </a:defRPr>
            </a:pPr>
            <a:r>
              <a:t>✕  No way to track why a candidate was shortlisted or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Automated Resume Screening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931920"/>
            <a:ext cx="2743200" cy="22860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Laravel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  <a:latin typeface="Calibri"/>
              </a:defRPr>
            </a:pPr>
            <a:r>
              <a:t>Auth, job CRUD, resume</a:t>
            </a:r>
            <a:br/>
            <a:r>
              <a:t>upload, candidate ranking,</a:t>
            </a:r>
            <a:br/>
            <a:r>
              <a:t>AI insights, audit logging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931920"/>
            <a:ext cx="2743200" cy="22860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Python NLP Scorer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7548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  <a:latin typeface="Calibri"/>
              </a:defRPr>
            </a:pPr>
            <a:r>
              <a:t>TF-IDF + Sentence-BERT</a:t>
            </a:r>
            <a:br/>
            <a:r>
              <a:t>semantic scoring.</a:t>
            </a:r>
            <a:br/>
            <a:r>
              <a:t>Weighted 40/60 blend.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931920"/>
            <a:ext cx="2743200" cy="22860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114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React SPA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7548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  <a:latin typeface="Calibri"/>
              </a:defRPr>
            </a:pPr>
            <a:r>
              <a:t>Role-aware dashboard,</a:t>
            </a:r>
            <a:br/>
            <a:r>
              <a:t>bulk email, CSV export,</a:t>
            </a:r>
            <a:br/>
            <a:r>
              <a:t>user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HOW I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Claude Code as my AI-powered dev partner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657600"/>
            <a:ext cx="274320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GitHub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Create &amp; merge PRs from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Manage issues &amp;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486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Code search across repos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657600"/>
            <a:ext cx="274320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Custom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backend-code-review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frontend-code-review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486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test-fixer: diagnose → fix →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897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markdown-creator for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657600"/>
            <a:ext cx="2743200" cy="27432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Specialized Assistants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security-auditor: 10-dimension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file-error-fixer: pinpoint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486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→  Each agent = one focused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Faster, fairer, and more transparent hiring.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80% less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spent on initial screening — recruiters focus on people, not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Consistent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00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every resume measured against the same job description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every decision logged — shortlist, reject, or hold, with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89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Data-driven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355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Calibri"/>
              </a:defRPr>
            </a:pPr>
            <a:r>
              <a:t>TF-IDF + semantic AI scoring removes gut-feel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DONE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Everything shipped. Here's the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CCCCDD"/>
                </a:solidFill>
                <a:latin typeface="Calibri"/>
              </a:defRPr>
            </a:pPr>
            <a:r>
              <a:t>✓  Repo public on GitHub — open source, MIT licensed</a:t>
            </a:r>
          </a:p>
          <a:p>
            <a:pPr>
              <a:spcAft>
                <a:spcPts val="1000"/>
              </a:spcAft>
              <a:defRPr sz="2200">
                <a:solidFill>
                  <a:srgbClr val="CCCCDD"/>
                </a:solidFill>
                <a:latin typeface="Calibri"/>
              </a:defRPr>
            </a:pPr>
            <a:r>
              <a:t>✓  MCP used — GitHub server for PRs, commits, repo management</a:t>
            </a:r>
          </a:p>
          <a:p>
            <a:pPr>
              <a:spcAft>
                <a:spcPts val="1000"/>
              </a:spcAft>
              <a:defRPr sz="2200">
                <a:solidFill>
                  <a:srgbClr val="CCCCDD"/>
                </a:solidFill>
                <a:latin typeface="Calibri"/>
              </a:defRPr>
            </a:pPr>
            <a:r>
              <a:t>✓  Skills used — code-review (backend + frontend), test-fixer, markdown-creator</a:t>
            </a:r>
          </a:p>
          <a:p>
            <a:pPr>
              <a:spcAft>
                <a:spcPts val="1000"/>
              </a:spcAft>
              <a:defRPr sz="2200">
                <a:solidFill>
                  <a:srgbClr val="CCCCDD"/>
                </a:solidFill>
                <a:latin typeface="Calibri"/>
              </a:defRPr>
            </a:pPr>
            <a:r>
              <a:t>✓  Agents used — security-auditor (10-dimension scan), file-error-fixer</a:t>
            </a:r>
          </a:p>
          <a:p>
            <a:pPr>
              <a:spcAft>
                <a:spcPts val="1000"/>
              </a:spcAft>
              <a:defRPr sz="2200">
                <a:solidFill>
                  <a:srgbClr val="CCCCDD"/>
                </a:solidFill>
                <a:latin typeface="Calibri"/>
              </a:defRPr>
            </a:pPr>
            <a:r>
              <a:t>✓  report.md in team repo — security audit report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94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63FF"/>
                </a:solidFill>
                <a:latin typeface="Calibri"/>
              </a:defRPr>
            </a:pPr>
            <a:r>
              <a:t>github.com/thet-naing-lin/resume-screening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